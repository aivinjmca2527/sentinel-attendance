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131F-2BD4-40BF-BA53-24153BA78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6C24C-B2AF-46BC-A53B-E749FE11F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B9336-356C-42D8-BE3C-EB10C5BB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6C181-8347-40AE-AD03-0E6C1D64F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59F1C-5831-4969-99AC-C3C0C672D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00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D35B8-6311-4201-9D7A-5DC2CB6D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C79AB-B82C-4FBB-9BF6-E8FEA4F3E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B1827-9092-4AD6-9515-359B8FC8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7F5EE-EDE4-4E73-BA72-DBED48A7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D617E-F696-4694-B924-A0ADF05DA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06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5B92-9990-4E2A-86DA-41D375DD5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9F294-D5A5-4A95-B6CB-6FEF29F67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F80E2-2B05-41E5-B05C-1F01899E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147F6-7DD8-4E03-AD28-DE0C9216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8186B-7E22-4073-8A5F-A1F3359B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996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97CA4-8DA2-4D0B-92B1-97EE453A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101C1-066B-4C68-AF90-BA7E95ECC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F3A433-8F19-4DA2-8EF8-E481BE92B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FA4C3-6CEB-4356-857A-B78551163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50E7C-AEE4-4B51-9E29-CA841123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043BB-1165-4474-A355-ABE390D0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21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710A-FAFB-403A-96D7-61F99F2C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DAB3C-C4EA-4108-9979-5DEAB88E3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E3970-E6FE-4634-A8D5-D995B9160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999D2-2776-425B-8A50-A371C52DEE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F82CE-D9A7-4728-B03B-EF2F0FDB7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74CA7-D03E-4561-B5C0-620613ED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E7150F-E394-414F-AA66-93EA1383D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02AF29-9DDF-40FD-A890-8D837D0E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21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00D7-E197-44B0-8A4E-AB5D3B79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C18350-A3D3-4528-BD69-42CFCC3F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6AC13-E685-40B8-ADDA-5EA4D30B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647962-833D-43B0-991C-7EE78BE2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271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728F5-539B-49BE-AEC8-0A1DF9E5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2DF81-A30D-455C-A303-928C0055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7E323-F25F-4FFB-802B-4915726E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91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1ADF2-0C3D-44BA-A978-E08BECFE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566DD-4798-4BC8-9518-21F9ADD6A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DA99E-65DA-4555-B348-7F418DEB9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D3CA1-BF56-46B7-A2ED-702CAA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101B0-2C06-43D5-815D-35211F26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8031B-AF9E-4EA8-8BD5-E9DC8229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337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701DC-A2CD-4E97-B10E-B7DEB888C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113CF-5E44-4715-8759-EE5868F21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23E0C-FF44-4A21-8FEC-5B39C972F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6A4EB-8EAC-4B07-8850-1C140E865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FB107-7264-4D04-8031-65A4ECD5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57833-BA61-4AEC-809F-A0991735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62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634C3-15F2-48F7-AA3A-211B0058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7E125-77FA-42FF-B71D-AF94AEBAC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A978E-CAB0-4738-AF0B-190CD95C5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72593-BFA0-47B9-8370-8E03683D6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DF235-E94F-455F-80B4-C2B03FDE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25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394741-1059-4834-AB55-B5A156009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BFF8B-8BBD-4F49-B935-14D4A619F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EBD16-5A3A-49BE-A606-041A9516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C59A5-7A07-4D4B-8833-7F0841FA2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828C8-E8DB-498E-989F-67EDB50A5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79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A0633-454C-461E-A2E3-CA31AF431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AF38E-07C5-4278-BA11-EF8EC8EDB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A6BD9-1541-4D47-B4AD-0CF0E85A1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FD2ED-75B7-4F86-93CE-EF38C625B3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6856E-9648-4D96-AB93-124BF8C57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881EB-095F-4B6D-B10B-2AA387100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C7C03-4114-4C17-BC98-954C13D3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472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61B120-22CF-42BB-AC08-15BABD9B5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17"/>
            <a:ext cx="12192000" cy="685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40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C9AAE-AB9C-48DD-8CB9-D63D589E9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48"/>
            <a:ext cx="12192000" cy="681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86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7499B8-2E91-4C9E-846B-FB12DB82B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92"/>
            <a:ext cx="12192000" cy="676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6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96E375-85D3-4769-ADD1-52DB6FC5F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37"/>
            <a:ext cx="12192000" cy="684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6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0CFE11-A1D4-49BF-A41B-07467F9AE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"/>
            <a:ext cx="12192000" cy="68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4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CBD9FD-DE36-4A23-AC02-DD1FFCDEC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86"/>
            <a:ext cx="12192000" cy="684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089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C837BC-06A9-4AEE-9FE5-E185AB1D6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" y="0"/>
            <a:ext cx="12188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913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32688-2A17-4FD2-B575-978E3579F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05"/>
            <a:ext cx="12192000" cy="682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8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C72A00-57D5-4ED9-8E6D-C8E0435AB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" y="0"/>
            <a:ext cx="12190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38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BA077-47F5-45D9-9B9D-C5D98ACBC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86"/>
            <a:ext cx="12192000" cy="684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16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E4D1CC-B5D5-4337-8A32-F1391F687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21"/>
            <a:ext cx="12192000" cy="682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65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7F74D4-2316-46DC-B6C5-998014A74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62"/>
            <a:ext cx="12192000" cy="682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77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0239DC-8C88-413C-940A-66E4DF828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11"/>
            <a:ext cx="12192000" cy="680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20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48DD5B-2EF5-47E5-9CE6-89624E21D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64"/>
            <a:ext cx="12192000" cy="683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30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51DE0-C68B-4AE5-A667-70E9C94BB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37"/>
            <a:ext cx="12192000" cy="684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23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65EDF8-7A20-4A56-B24B-206693B24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12"/>
            <a:ext cx="12192000" cy="68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39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10909A-0F11-4B1F-A8B5-B678F5FC6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29"/>
            <a:ext cx="12192000" cy="681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752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142323-AB41-422B-B863-6EB02CE10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8"/>
            <a:ext cx="12192000" cy="683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89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NANDANA RAJENDRAN MCA25-27</dc:creator>
  <cp:lastModifiedBy>NANDANA RAJENDRAN MCA25-27</cp:lastModifiedBy>
  <cp:revision>1</cp:revision>
  <dcterms:created xsi:type="dcterms:W3CDTF">2026-07-21T04:40:38Z</dcterms:created>
  <dcterms:modified xsi:type="dcterms:W3CDTF">2026-07-21T04:44:17Z</dcterms:modified>
</cp:coreProperties>
</file>